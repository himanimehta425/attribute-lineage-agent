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822960" cy="8229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1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1371600"/>
            <a:ext cx="320040" cy="3200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212080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LINEAGE AGENT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 loan-data attribute from raw source to report — automatically —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AI agent that reads its own pipeline's SQL.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HIMANI MEHTA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108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 ·  github.com/HimaniMehta425/attribute-lineage-agent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Exists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Morgan Stanley, I build LLM-powered agents that trace end-to-end attribute lineage across a multi-system loan pipeline — so analysts and auditors don't reverse-engineer SQL by hand.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788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154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work is proprietary — schemas, data, and code can't leave the firm. There's no way to show it in an interview.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206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rebuild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5720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reconstructs the same pattern from scratch, against public HMDA mortgage data, with no proprietary code or schemas involved.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design goal, same reasoning, none of the confidentiality problem.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Lineage Agent  —  Himani Mehta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19072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536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real, public loan data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Loan-level HMDA records pulled live from the FFIEC/CFPB Data Browser API — no key, no signup.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07792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077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724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5-layer SQL pipeline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554480" y="31089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-&gt; staging -&gt; derived attributes -&gt; fact -&gt; reporting, joining a lender reference table against cleaned loan records.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965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9136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its own SQL to build a lineage graph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554480" y="429768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sqlglot extracts table + column references from every model; networkx assembles the DAG — no query execution needed.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285232"/>
            <a:ext cx="530352" cy="53035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2852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51023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lineage in plain language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554480" y="5486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graph trace always works. With ANTHROPIC_API_KEY set, Claude turns the trace into a natural-language explanation.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Lineage Agent  —  Himani Mehta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14 Models, One Lineage Graph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14600" y="123444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1234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2344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234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ATTRS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86600" y="12344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98280" y="12344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1234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2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7373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raw_hmda_loans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423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2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231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raw_institutions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4600" y="17373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2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7373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stg_loans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14600" y="2423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2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4231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stg_institutions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1737360"/>
            <a:ext cx="2331720" cy="2880360"/>
          </a:xfrm>
          <a:prstGeom prst="roundRect">
            <a:avLst>
              <a:gd name="adj" fmla="val 2353"/>
            </a:avLst>
          </a:prstGeom>
          <a:solidFill>
            <a:srgbClr val="F2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81051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new attributes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1214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ltv_bucket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250545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dti_bucket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288950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rate_spread_tier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32735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is_hoepa_high_cost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3657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is_majority_minority_tract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40416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affordability_index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86600" y="27432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fct_loans_enriched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98280" y="17373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0" y="1737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rpt_lender_summary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98280" y="24231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rpt_dti_ltv_matrix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98280" y="310896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F2F6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3108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rpt_tract_equity_summary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40280" y="1993392"/>
            <a:ext cx="27432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240280" y="2679192"/>
            <a:ext cx="27432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206240" y="1993392"/>
            <a:ext cx="274320" cy="1115568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812280" y="3108960"/>
            <a:ext cx="274320" cy="9144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823960" y="3200400"/>
            <a:ext cx="274320" cy="-1207008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823960" y="3200400"/>
            <a:ext cx="274320" cy="-521208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823960" y="3200400"/>
            <a:ext cx="274320" cy="164592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548640" y="4709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stg_loans and stg_institutions also join fct_loans_enriched directly (arrows into the derived-attributes card simplified for readability).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graph built here (sqlglot + networkx) also determines safe pipeline execution order — one artifact, two consumers.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Lineage Agent  —  Himani Mehta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answers “where did this number come from?” end to 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617720"/>
          </a:xfrm>
          <a:prstGeom prst="roundRect">
            <a:avLst>
              <a:gd name="adj" fmla="val 1584"/>
            </a:avLst>
          </a:prstGeom>
          <a:solidFill>
            <a:srgbClr val="0C1230"/>
          </a:solidFill>
          <a:ln w="12700">
            <a:solidFill>
              <a:srgbClr val="0C1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201168" cy="20116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874520"/>
            <a:ext cx="201168" cy="20116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874520"/>
            <a:ext cx="201168" cy="201168"/>
          </a:xfrm>
          <a:prstGeom prst="ellipse">
            <a:avLst/>
          </a:prstGeom>
          <a:solidFill>
            <a:srgbClr val="8FD19E"/>
          </a:solidFill>
          <a:ln w="12700">
            <a:solidFill>
              <a:srgbClr val="8FD1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10332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lineage_agent.cli trace fct_loans_enriched dti_bucket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Lineage trace for fct_loans_enriched.dti_bucket: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fct_loans_enriched.dti_bucket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 attr_dti_bucket.dti_bucket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 stg_loans.debt_to_income_ratio_raw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  raw_hmda_loans.debt_to_income_ratio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Ultimate source: 'debt_to_income_ratio' on 'raw_hmda_loans' (a raw source table).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upstream dependency chain (10 models): raw_hmda_loans, raw_institutions,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stg_loans, stg_institutions, attr_affordability_index, attr_dti_bucket,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attr_high_minority_tract_flag, attr_hoepa_flag, attr_ltv_bucket, attr_rate_spread_tier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Lineage Agent  —  Himani Mehta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Is Messy — Handled Explicitly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values in numeric fields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HMDA filers report some fields as the literal strings “Exempt” (legally declined to report) or “NA”, mixed in with real numbers in the same column.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474720"/>
            <a:ext cx="4754880" cy="2194560"/>
          </a:xfrm>
          <a:prstGeom prst="roundRect">
            <a:avLst>
              <a:gd name="adj" fmla="val 2500"/>
            </a:avLst>
          </a:prstGeom>
          <a:solidFill>
            <a:srgbClr val="0C1230"/>
          </a:solidFill>
          <a:ln w="12700">
            <a:solidFill>
              <a:srgbClr val="0C12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611880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try_cast(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nullif(nullif(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loan_to_value_ratio,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'Exempt'), 'NA')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double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loan_to_value_ratio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69480" y="1691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field, two formats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debt_to_income_ratio arrives as either an exact percentage (“49”) or a pre-bucketed range (“30%-&lt;36%”) depending on the filer — no documented rule for which.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3474720"/>
            <a:ext cx="4754880" cy="2194560"/>
          </a:xfrm>
          <a:prstGeom prst="roundRect">
            <a:avLst>
              <a:gd name="adj" fmla="val 2500"/>
            </a:avLst>
          </a:prstGeom>
          <a:solidFill>
            <a:srgbClr val="0C1230"/>
          </a:solidFill>
          <a:ln w="12700">
            <a:solidFill>
              <a:srgbClr val="0C12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611880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raw like '%-%'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raw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cast(raw as double)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 36 then '30%-&lt;36%'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as dti_bucket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Lineage Agent  —  Himani Mehta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41B44"/>
          </a:solidFill>
          <a:ln w="12700">
            <a:solidFill>
              <a:srgbClr val="141B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9659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73,052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HMDA loan records ingested (Cook County, IL, 2024)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01568" y="16002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41B44"/>
          </a:solidFill>
          <a:ln w="12700">
            <a:solidFill>
              <a:srgbClr val="141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1568" y="19659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84448" y="3063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models parsed into one lineage DAG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4496" y="16002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41B44"/>
          </a:solidFill>
          <a:ln w="12700">
            <a:solidFill>
              <a:srgbClr val="141B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4496" y="19659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37376" y="3063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attributes derived that don't exist in the raw feed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07424" y="16002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41B44"/>
          </a:solidFill>
          <a:ln w="12700">
            <a:solidFill>
              <a:srgbClr val="141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07424" y="19659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290304" y="3063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(graph + pipeline integrity)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trace-to-source resolves in well under a second — no warehouse query required.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Lineage Agent  —  Himani Mehta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4447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463040" y="18105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orchestration &amp; lineage 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4447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78040" y="18105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local warehouse (default engine)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6334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Snowflake-ready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63040" y="299923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SQL runs unchanged via PIPELINE_ENGINE=snowflake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5603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8346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26334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sqlglot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78040" y="299923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SQL parsing — no query execution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38221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63040" y="418795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graph + topological execution order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74904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40233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8221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 API)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178040" y="418795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natural-language lineage narrative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52120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50109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463040" y="5376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tests: graph integrity + pipeline correctness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93776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52120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50109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FFIEC / CFPB API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178040" y="5376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no-auth source of real loan data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Lineage Agent  —  Himani Mehta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Snowflake swap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PIPELINE_ENGINE at a real Snowflake trial warehouse — zero SQL changes required by design.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9718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dataset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4015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Cook County, IL to multiple states and years to stress-test the lineage graph at scale.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4348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dbt-style ref() macros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86460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dbt conventions and add CI-based lineage diffing so a schema change flags every downstream model it breaks.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Lineage Agent  —  Himani Mehta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73152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 Data Engineering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github.com/HimaniMehta425/attribute-lineage-agent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Himani Mehta   ·   himanimehta20@gmail.com   ·   linkedin.com/in/himanihmehta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2026-07-11T07:42:05Z</dcterms:created>
  <dcterms:modified xsi:type="dcterms:W3CDTF">2026-07-11T07:42:05Z</dcterms:modified>
</cp:coreProperties>
</file>